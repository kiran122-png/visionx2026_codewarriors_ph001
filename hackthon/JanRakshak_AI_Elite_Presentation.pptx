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8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3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7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2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1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7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2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50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1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6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36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3394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38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9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33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97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anrakshak_cover_professional_1774271466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923" y="0"/>
            <a:ext cx="5509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03923" cy="6858000"/>
          </a:xfrm>
          <a:prstGeom prst="rect">
            <a:avLst/>
          </a:prstGeom>
          <a:solidFill>
            <a:srgbClr val="061A1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6425" y="1600200"/>
            <a:ext cx="640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400" b="1" i="0" dirty="0">
                <a:solidFill>
                  <a:srgbClr val="FFFFFF"/>
                </a:solidFill>
              </a:rPr>
              <a:t>🌱</a:t>
            </a:r>
            <a:r>
              <a:rPr lang="en-US" sz="4400" b="1" i="0" dirty="0">
                <a:solidFill>
                  <a:srgbClr val="FFFFFF"/>
                </a:solidFill>
              </a:rPr>
              <a:t>JANRAKSHAK AI</a:t>
            </a:r>
            <a:endParaRPr sz="4400" b="1" i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34D399"/>
                </a:solidFill>
              </a:rPr>
              <a:t>"Predict Before It's Critical"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Hyper-Resilient, Offline-First Medical Intelligence for
India's 1.2 Million ASHA Workers &amp; 600M Rural Citizens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03520"/>
            <a:ext cx="1280160" cy="1097280"/>
          </a:xfrm>
          <a:prstGeom prst="rect">
            <a:avLst/>
          </a:prstGeom>
          <a:solidFill>
            <a:srgbClr val="064E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600M+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Rural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303520"/>
            <a:ext cx="1280160" cy="1097280"/>
          </a:xfrm>
          <a:prstGeom prst="rect">
            <a:avLst/>
          </a:prstGeom>
          <a:solidFill>
            <a:srgbClr val="064E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5440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&lt;100ms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943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AI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5303520"/>
            <a:ext cx="1280160" cy="1097280"/>
          </a:xfrm>
          <a:prstGeom prst="rect">
            <a:avLst/>
          </a:prstGeom>
          <a:solidFill>
            <a:srgbClr val="064E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5440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943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Cloud Dependency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5303520"/>
            <a:ext cx="1280160" cy="1097280"/>
          </a:xfrm>
          <a:prstGeom prst="rect">
            <a:avLst/>
          </a:prstGeom>
          <a:solidFill>
            <a:srgbClr val="064E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5440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943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Indian Langs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77559"/>
            <a:ext cx="1145998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🔴 The Problem: India's Rural Health</a:t>
            </a:r>
            <a:r>
              <a:rPr lang="en-US" sz="3800" b="1" i="0" dirty="0">
                <a:solidFill>
                  <a:srgbClr val="FFFFFF"/>
                </a:solidFill>
              </a:rPr>
              <a:t> </a:t>
            </a:r>
            <a:r>
              <a:rPr sz="3800" b="1" i="0" dirty="0">
                <a:solidFill>
                  <a:srgbClr val="FFFFFF"/>
                </a:solidFill>
              </a:rPr>
              <a:t>Blackhole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34D399"/>
                </a:solidFill>
              </a:rPr>
              <a:t>600 million Indians live in the shadow of 'Late Detection'—where illness only meeting reality after it's too 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51760" cy="22860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651760" cy="9144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1.4 Million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Preventable deaths annually
due to delayed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011680"/>
            <a:ext cx="2651760" cy="22860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651760" cy="91440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</a:rPr>
              <a:t>95% Access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91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ASHA workers still usage paper
registers for critical vitals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011680"/>
            <a:ext cx="2651760" cy="22860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2011680"/>
            <a:ext cx="2651760" cy="9144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30+ KM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91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Average distance to nearest
ER-capable hospital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011680"/>
            <a:ext cx="2651760" cy="22860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2011680"/>
            <a:ext cx="2651760" cy="9144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4D399"/>
                </a:solidFill>
              </a:rPr>
              <a:t>Zero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91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Villages with no stable 4G/5G
remain digitally invisible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2D101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Current Workflow Error: Paper Register → No Risk Scoring → Delayed ER Routing → Fatality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Goal: Bypass the broken system and bring clinical-grade AI to a ₹6000 smartphone.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janrakshak_solution_mockup_17742714819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1520"/>
            <a:ext cx="50292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💡 Solution: JanRakshak AI — 'Pocket PHC'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2301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34D399"/>
                </a:solidFill>
              </a:rPr>
              <a:t>Decentralizing healthcare through localized AI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926080" cy="1280160"/>
          </a:xfrm>
          <a:prstGeom prst="rect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🧠 AI Risk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Heart, Diabetes, and Anemia metrics analyzed under 100ms.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011680"/>
            <a:ext cx="2926080" cy="1280160"/>
          </a:xfrm>
          <a:prstGeom prst="rect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🤱 Maternal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Automated High-Risk Pregnancy identification &amp; protocol.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2926080" cy="1280160"/>
          </a:xfrm>
          <a:prstGeom prst="rect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📴 Hyper-Resilience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Works 100% Offline; auto-syncs or sends Alerts via SMS.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3474720"/>
            <a:ext cx="2926080" cy="1280160"/>
          </a:xfrm>
          <a:prstGeom prst="rect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🗺️ GPS Smart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31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Dynamic hospital mapping based on current patient location.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2926080" cy="1280160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💬 Voice &amp; Lang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English, Hindi, Telugu voice feedback for illiterate patients.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937760"/>
            <a:ext cx="2926080" cy="1280160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💊 Medicine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394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Fuzzy-match search for 20+ diseases &amp; 80+ home remedies.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janrakshak_tech_architecture_v3_17742715377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534324"/>
            <a:ext cx="5943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🏗️ Technical Depth: High-Performance PWA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09728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75120" y="1097280"/>
            <a:ext cx="91440" cy="82296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280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Zero-lag UI on ₹6000 Android phones.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01168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0" y="2011680"/>
            <a:ext cx="91440" cy="82296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Python Flask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Lightweight, secure, and easily scalable.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92608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75120" y="2926080"/>
            <a:ext cx="91440" cy="82296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Gemini 1.5 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Multimodal wound &amp; fracture diagnosis.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84048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75120" y="3840480"/>
            <a:ext cx="91440" cy="82296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Leaflet.js + OSM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23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Offline routing using current GPS anchors.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5488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75120" y="4754880"/>
            <a:ext cx="91440" cy="82296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i18n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Custom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937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 libraries; instant Lang-switching (Hi/Te/En).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566928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75120" y="5669280"/>
            <a:ext cx="91440" cy="82296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Comm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989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tel: 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852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Direct-to-dial emergency bypass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🚀 What Makes Us Truly Unique?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05840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34D399"/>
                </a:solidFill>
              </a:rPr>
              <a:t>🌐 </a:t>
            </a:r>
            <a:r>
              <a:rPr sz="1800" b="1" i="0" dirty="0">
                <a:solidFill>
                  <a:schemeClr val="bg2"/>
                </a:solidFill>
              </a:rPr>
              <a:t>Multilingual AI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</a:rPr>
              <a:t>Beyond just text—AI reads reports aloud in Telugu/Hindi to bridge the literacy divide</a:t>
            </a:r>
            <a:r>
              <a:rPr sz="1300" b="0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698480" cy="100584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91440" cy="1005840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chemeClr val="bg2"/>
                </a:solidFill>
              </a:rPr>
              <a:t>🌿 Hybrid Remedy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</a:rPr>
              <a:t>Bridges 5000 years of Ayurveda with modern Medicine; 80+ remedies for mild symptom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698480" cy="100584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91440" cy="1005840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34D399"/>
                </a:solidFill>
              </a:rPr>
              <a:t>📍 </a:t>
            </a:r>
            <a:r>
              <a:rPr sz="1800" b="1" i="0" dirty="0">
                <a:solidFill>
                  <a:schemeClr val="bg2"/>
                </a:solidFill>
              </a:rPr>
              <a:t>1-Tap SOS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</a:rPr>
              <a:t>Automatically bypasses manual dialing; pressing 'CALL' instantly routes to 108 using native Web Protocols.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12080"/>
            <a:ext cx="10698480" cy="100584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91440" cy="1005840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34D399"/>
                </a:solidFill>
              </a:rPr>
              <a:t>⚖️ </a:t>
            </a:r>
            <a:r>
              <a:rPr sz="1800" b="1" i="0" dirty="0">
                <a:solidFill>
                  <a:schemeClr val="bg2"/>
                </a:solidFill>
              </a:rPr>
              <a:t>Clinical 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</a:rPr>
              <a:t>Every risk percentage includes a transparent health explanation, not just a black-box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🌍 Scaling Toward a Healthier 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011680"/>
          </a:xfrm>
          <a:prstGeom prst="rect">
            <a:avLst/>
          </a:prstGeom>
          <a:solidFill>
            <a:srgbClr val="064E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SDG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Good Health
&amp; Well-being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657600" cy="2011680"/>
          </a:xfrm>
          <a:prstGeom prst="rect">
            <a:avLst/>
          </a:prstGeom>
          <a:solidFill>
            <a:srgbClr val="064E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SDG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Reduced
Inequalities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371600"/>
            <a:ext cx="3657600" cy="2011680"/>
          </a:xfrm>
          <a:prstGeom prst="rect">
            <a:avLst/>
          </a:prstGeom>
          <a:solidFill>
            <a:srgbClr val="064E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Ayushman Bharat
Alignment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201168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Impact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Phase 1: Full ASHA digitisation across 3 States (Hindi/Telugu belt).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Phase 2: Integration with ABHA IDs (Ayushman Bharat Digital Mission).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Phase 3: Native hospital connectivity via National Health Authority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1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janrakshak_cover_professional_1774271466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🌱 JanRakshak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5733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 dirty="0">
                <a:solidFill>
                  <a:srgbClr val="34D399"/>
                </a:solidFill>
              </a:rPr>
              <a:t>"Predict Before It's Critical"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4754880" cy="1645920"/>
          </a:xfrm>
          <a:prstGeom prst="rect">
            <a:avLst/>
          </a:prstGeom>
          <a:solidFill>
            <a:srgbClr val="064E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🚀 Step into the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Live Demo: http://localhost:5173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React 18 | Python Flask | Gemini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Built with ❤️ for Rural India by Team JanRakshak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113</TotalTime>
  <Words>521</Words>
  <Application>Microsoft Office PowerPoint</Application>
  <PresentationFormat>Custom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Vatti karthik sai</cp:lastModifiedBy>
  <cp:revision>10</cp:revision>
  <dcterms:created xsi:type="dcterms:W3CDTF">2013-01-27T09:14:16Z</dcterms:created>
  <dcterms:modified xsi:type="dcterms:W3CDTF">2026-03-23T15:06:10Z</dcterms:modified>
  <cp:category/>
</cp:coreProperties>
</file>